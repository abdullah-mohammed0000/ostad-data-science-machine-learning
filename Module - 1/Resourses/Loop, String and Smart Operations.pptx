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2953EC-FCB3-1B06-446B-12B1C7CF2452}" v="97" dt="2025-05-29T14:56:05.6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55F9-11A3-4523-8F38-6BA37933791A}" type="datetime1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964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228600" indent="-228600">
              <a:buFont typeface="Arial" panose="020B0604020202020204" pitchFamily="34" charset="0"/>
              <a:buChar char="•"/>
              <a:defRPr/>
            </a:lvl2pPr>
            <a:lvl3pPr marL="228600" indent="-228600">
              <a:buFont typeface="Arial" panose="020B0604020202020204" pitchFamily="34" charset="0"/>
              <a:buChar char="•"/>
              <a:defRPr/>
            </a:lvl3pPr>
            <a:lvl4pPr marL="228600" indent="-228600">
              <a:buFont typeface="Arial" panose="020B0604020202020204" pitchFamily="34" charset="0"/>
              <a:buChar char="•"/>
              <a:defRPr/>
            </a:lvl4pPr>
            <a:lvl5pPr marL="2286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D56B-6EBE-4E5F-99D9-2A3DBDF37D0A}" type="datetime1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401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09738"/>
            <a:ext cx="1089025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1089025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F3CA-C7E3-432D-9282-18F13836509A}" type="datetime1">
              <a:rPr lang="en-US" smtClean="0"/>
              <a:t>7/6/2025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894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825625"/>
            <a:ext cx="5562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9C62-1337-40B8-BA50-E9F4861DB4BC}" type="datetime1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844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0863"/>
            <a:ext cx="5157787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01975"/>
            <a:ext cx="5157787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20863"/>
            <a:ext cx="5183188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101975"/>
            <a:ext cx="5183188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95EB-2DA3-4B24-8725-19BC22A7BE50}" type="datetime1">
              <a:rPr lang="en-US" smtClean="0"/>
              <a:t>7/6/2025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560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37E6-0076-4915-A5A8-B7C11FA4F374}" type="datetime1">
              <a:rPr lang="en-US" smtClean="0"/>
              <a:t>7/6/2025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695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5F58F-C0B5-422A-8E5A-6B99E5D80F0A}" type="datetime1">
              <a:rPr lang="en-US" smtClean="0"/>
              <a:t>7/6/2025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921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981200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E655-9687-48DF-A33F-F8824CCCB5D1}" type="datetime1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94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2209799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FD56A-AAB8-4544-A495-D0645413C9E3}" type="datetime1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62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7DD-81F8-4128-9E50-04A9F2D3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564D1-2B83-4C0F-ACBA-E91472C50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1D7D-D2EC-4ADB-9C65-191DEC82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757A-3EC2-4683-9080-1A460C37C843}" type="datetime1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B571-86F9-474A-826A-75CC21C8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4F5F-50E6-4BB9-B848-EE2302C0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746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F08DF-1C0D-4F53-A3AB-95D7B55FA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3BBD-C494-4E94-B189-319802A93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C0BD9-4BED-43D3-852F-B74B949A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3539" y="6324600"/>
            <a:ext cx="2560220" cy="365125"/>
          </a:xfrm>
        </p:spPr>
        <p:txBody>
          <a:bodyPr/>
          <a:lstStyle/>
          <a:p>
            <a:fld id="{5CC8096C-64ED-4153-A483-5C02E44AD5C3}" type="datetime1">
              <a:rPr lang="en-US" smtClean="0"/>
              <a:t>7/6/2025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811DC-C725-4462-B622-DB96A898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19838"/>
            <a:ext cx="398278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2D06-438F-4150-9238-E2FAEE5E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490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14">
            <a:extLst>
              <a:ext uri="{FF2B5EF4-FFF2-40B4-BE49-F238E27FC236}">
                <a16:creationId xmlns:a16="http://schemas.microsoft.com/office/drawing/2014/main" id="{A4798C7F-C8CA-4799-BF37-3AB4642CDB66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7F0794B-55D3-4D2D-BDE7-4688ED321E42}"/>
              </a:ext>
            </a:extLst>
          </p:cNvPr>
          <p:cNvGrpSpPr/>
          <p:nvPr/>
        </p:nvGrpSpPr>
        <p:grpSpPr>
          <a:xfrm>
            <a:off x="-11413" y="0"/>
            <a:ext cx="12214827" cy="6858000"/>
            <a:chOff x="-6214" y="-1"/>
            <a:chExt cx="12214827" cy="6858000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216BB147-20D5-4D93-BDA5-1BC614D6A4B2}"/>
              </a:ext>
            </a:extLst>
          </p:cNvPr>
          <p:cNvSpPr/>
          <p:nvPr/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07229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7229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93BAB95-8DA7-460B-B00A-7037C8394FB0}" type="datetime1">
              <a:rPr lang="en-US" smtClean="0"/>
              <a:pPr/>
              <a:t>7/6/2025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0A253F60-DE40-4508-A37A-61331DF1DD5D}"/>
              </a:ext>
            </a:extLst>
          </p:cNvPr>
          <p:cNvSpPr/>
          <p:nvPr/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63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17" r:id="rId6"/>
    <p:sldLayoutId id="2147483713" r:id="rId7"/>
    <p:sldLayoutId id="2147483714" r:id="rId8"/>
    <p:sldLayoutId id="2147483715" r:id="rId9"/>
    <p:sldLayoutId id="2147483716" r:id="rId10"/>
    <p:sldLayoutId id="214748371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800" kern="1200">
          <a:solidFill>
            <a:srgbClr val="FFFFFF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400" kern="1200">
          <a:solidFill>
            <a:srgbClr val="FFFFFF"/>
          </a:solidFill>
          <a:latin typeface="+mn-lt"/>
          <a:ea typeface="+mn-ea"/>
          <a:cs typeface="+mn-cs"/>
        </a:defRPr>
      </a:lvl2pPr>
      <a:lvl3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000" kern="1200">
          <a:solidFill>
            <a:srgbClr val="FFFFFF"/>
          </a:solidFill>
          <a:latin typeface="+mn-lt"/>
          <a:ea typeface="+mn-ea"/>
          <a:cs typeface="+mn-cs"/>
        </a:defRPr>
      </a:lvl3pPr>
      <a:lvl4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9A0D6220-3DFE-4182-9152-9135493A6B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4C729BC-90F1-4823-A305-F6F124E93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640014BD-8822-4EFD-B887-1E95DBBB4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1E9445DF-509C-4993-834C-4A95C90E3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DCB110E-203A-4D63-810B-7AB453AB9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264073E-6737-44FE-BC04-BFEE37133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6DA24A7E-F63B-4B87-ABA5-BDD8F8F65F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9CC2C5D2-CEDF-4390-A89D-71DBD7C377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956D0DF-B8DD-44AB-A831-329B2973E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7AB17CF4-098C-43B0-A0E0-235CEB55F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3CA7C27-06AF-4DB3-A3B2-F81C41D52B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BD2BB17-7774-4215-872F-9CF37633BB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22E1C172-AA18-42F1-B952-4791B5035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C9D5EBAC-D904-4410-A575-1A2B810D8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8B38425E-0189-47B9-9F42-67DC5386E3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6584C8E-A8AC-49AB-8E5B-337E14D4F8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E8FCDC21-75B9-4F36-AEB4-186CDD994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79AAC1FD-FBB6-4E21-A267-E4B9029BB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20FDEAF3-AB6A-41DF-BF11-245120818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9F9892F-F26B-4C6F-A949-097D3EBC7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FCCA59EA-5156-402B-82A4-AAE14B2D9A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1E175D8-17F1-46B8-807F-89A75CD4D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5AE169C4-F6B2-44D0-A73C-88C304E8A3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2CE19136-3F8D-4350-A424-8241923BCD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CF937350-E379-4C45-BC56-20808BBED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FE4F6988-3981-46A0-B744-EE972197D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EDB419A9-FCB9-4B39-8D9E-91CC0B8E77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7D6861DB-43A8-4624-9ECC-5A96BE3AF1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4AFBD701-C20E-441D-8596-4BBBF4955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73C41C88-00F9-45AF-8D64-37BA70969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6420BDA-21B9-4B17-A82E-A9EB28138A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79" name="Rectangle 78">
            <a:extLst>
              <a:ext uri="{FF2B5EF4-FFF2-40B4-BE49-F238E27FC236}">
                <a16:creationId xmlns:a16="http://schemas.microsoft.com/office/drawing/2014/main" id="{07678F73-9880-405C-9E21-2CC82BD04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7931" y="1559140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22025"/>
            <a:ext cx="4952999" cy="224761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dirty="0"/>
              <a:t>Loop, String and Smart Operations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261390"/>
            <a:ext cx="4952999" cy="3009494"/>
          </a:xfrm>
        </p:spPr>
        <p:txBody>
          <a:bodyPr vert="horz" lIns="91440" tIns="45720" rIns="91440" bIns="45720" rtlCol="0">
            <a:normAutofit/>
          </a:bodyPr>
          <a:lstStyle/>
          <a:p>
            <a:pPr marL="228600" indent="-228600" algn="l">
              <a:buFont typeface="+mj-lt"/>
              <a:buAutoNum type="arabicPeriod"/>
            </a:pPr>
            <a:r>
              <a:rPr lang="en-US" sz="1800"/>
              <a:t>For Loop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US" sz="1800"/>
              <a:t>While Loop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US" sz="1800"/>
              <a:t>Break and Continue Statement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US" sz="1800"/>
              <a:t>Strings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US" sz="1800"/>
              <a:t>Operators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US" sz="1800"/>
              <a:t>Math Functions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54F0C7-88E4-20DF-3A74-8EC26AE19D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952" r="25070" b="-1"/>
          <a:stretch>
            <a:fillRect/>
          </a:stretch>
        </p:blipFill>
        <p:spPr>
          <a:xfrm>
            <a:off x="6084873" y="-3440"/>
            <a:ext cx="6129950" cy="6861439"/>
          </a:xfrm>
          <a:custGeom>
            <a:avLst/>
            <a:gdLst/>
            <a:ahLst/>
            <a:cxnLst/>
            <a:rect l="l" t="t" r="r" b="b"/>
            <a:pathLst>
              <a:path w="6129950" h="6861439">
                <a:moveTo>
                  <a:pt x="1687527" y="0"/>
                </a:moveTo>
                <a:lnTo>
                  <a:pt x="6129950" y="0"/>
                </a:lnTo>
                <a:lnTo>
                  <a:pt x="6129950" y="6858000"/>
                </a:lnTo>
                <a:lnTo>
                  <a:pt x="5040333" y="6858000"/>
                </a:lnTo>
                <a:lnTo>
                  <a:pt x="5040333" y="6861439"/>
                </a:lnTo>
                <a:lnTo>
                  <a:pt x="272442" y="6861439"/>
                </a:lnTo>
                <a:lnTo>
                  <a:pt x="196402" y="6549696"/>
                </a:lnTo>
                <a:cubicBezTo>
                  <a:pt x="-517926" y="3427393"/>
                  <a:pt x="946083" y="3323532"/>
                  <a:pt x="946083" y="1"/>
                </a:cubicBezTo>
                <a:lnTo>
                  <a:pt x="1687527" y="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SineVTI">
  <a:themeElements>
    <a:clrScheme name="Custom 51">
      <a:dk1>
        <a:sysClr val="windowText" lastClr="000000"/>
      </a:dk1>
      <a:lt1>
        <a:sysClr val="window" lastClr="FFFFFF"/>
      </a:lt1>
      <a:dk2>
        <a:srgbClr val="12154E"/>
      </a:dk2>
      <a:lt2>
        <a:srgbClr val="EEEEEE"/>
      </a:lt2>
      <a:accent1>
        <a:srgbClr val="FD8686"/>
      </a:accent1>
      <a:accent2>
        <a:srgbClr val="B495C2"/>
      </a:accent2>
      <a:accent3>
        <a:srgbClr val="8F99BB"/>
      </a:accent3>
      <a:accent4>
        <a:srgbClr val="A3A3C1"/>
      </a:accent4>
      <a:accent5>
        <a:srgbClr val="7162FE"/>
      </a:accent5>
      <a:accent6>
        <a:srgbClr val="1EBE9B"/>
      </a:accent6>
      <a:hlink>
        <a:srgbClr val="EF08F7"/>
      </a:hlink>
      <a:folHlink>
        <a:srgbClr val="8477FE"/>
      </a:folHlink>
    </a:clrScheme>
    <a:fontScheme name="Custom 49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neVTI" id="{8435B2A2-1BD5-4C05-93E5-3C5388B709E3}" vid="{0D704B13-63FE-4848-A298-6B7359B9565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SineVTI</vt:lpstr>
      <vt:lpstr>Loop, String and Smart Operations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</cp:revision>
  <dcterms:created xsi:type="dcterms:W3CDTF">2025-05-29T14:52:58Z</dcterms:created>
  <dcterms:modified xsi:type="dcterms:W3CDTF">2025-07-06T14:37:44Z</dcterms:modified>
</cp:coreProperties>
</file>